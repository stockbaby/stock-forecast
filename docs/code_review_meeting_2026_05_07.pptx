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14400"/>
            <a:ext cx="2834640" cy="0"/>
          </a:xfrm>
          <a:prstGeom prst="line">
            <a:avLst/>
          </a:prstGeom>
          <a:noFill/>
          <a:ln w="635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143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CSI300 Stock Forecast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代码审查与模型复盘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从数据形态、训练目标、组合策略到未来改进方向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54406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0.106689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49808" y="59527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latest inference 后的 A-stage replay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61904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T=2026-04-24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37560" y="54406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0.012834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337560" y="59527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原始公开成绩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37560" y="6190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日期对齐差距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15000" y="54406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002493 · 1.0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5715000" y="5952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当前生产结果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15000" y="6190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aggressive Top1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21040" y="6080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PastoralBabyBoom · 2026-05-07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这次复盘的核心结论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我们不是在做全市场排序研究，而是在做 T 时点的收益最大化组合选择。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640080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最大改进来自修复预测日期错位：训练用有 label，推理必须用无 label 的 T 日截面。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 进攻版在 A-stage replay 命中，但单票满仓方差大，不能作为唯一长期策略。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 official 仍是当前最可靠的主模型；portfolio-return 直接 loss 初版过拟合。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下一阶段应围绕 latest inference、multi-seed、top2/confidence 兜底和稳健目标函数推进。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18120" y="2103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0.106689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818120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 replay 分数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555480" y="21031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6.52%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555480" y="2615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 验证 std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818120" y="39319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818120" y="44439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processed 特征数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555480" y="39319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9555480" y="4443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股票数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SHAPE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数据长什么样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417320"/>
          <a:ext cx="6126480" cy="150876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2194560"/>
              </a:tblGrid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列数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覆盖范围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 stock_data.csv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723,269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stocks · 2,747 dates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processed master dataset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723,269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2015-01-05 → 2026-04-24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hs300 stock list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成分股池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246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核心字段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53035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OHLCV: 开盘、收盘、最高、最低、成交量、成交额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派生收益: ret_1 / ret_3 / ret_5 / ret_20 等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截面特征: 每日 rank、z-score、行业相对强弱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主题特征: 短期动量、放量突破、接近新高、行业集体动量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43800" y="141732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 caveat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8120" y="2148840"/>
            <a:ext cx="2788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当前本地 data/raw/hs300_index.csv 缺失；市场指数特征应被视为可选或来自既有 processed artifact。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388620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4112" y="394106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label: T+1 open → T+5 open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680960" y="4389120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54112" y="4443984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T 日无 label，必须单独推理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从数据到提交：现在的闭环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746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929384"/>
            <a:ext cx="868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160020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1746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929384"/>
            <a:ext cx="868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160020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1746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49440" y="1929384"/>
            <a:ext cx="868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60020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1746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scores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89720" y="1929384"/>
            <a:ext cx="868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46920" y="160020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1746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Portfolio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2743200"/>
            <a:ext cx="56692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训练阶段只使用有 label 样本，保持监督目标干净。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推理阶段对 T 日无 label 截面单独构造序列。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组合阶段不再默认 Top5 分散，而是显式比较 Top1 / Top2 / confidence。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walk-forward 模拟用于降低全验证集搜索带来的过拟合。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2743200"/>
            <a:ext cx="425196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999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之前的关键 bug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3474720"/>
            <a:ext cx="36118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submission 取了 valid_pred_df.max(date)=2026-04-20；真正线上需要 T=2026-04-24 无 label 截面。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0" y="48006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latest_inference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315200" y="53126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修复后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15200" y="5550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 记录 inference_date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模型方法：MASTER 是当前主线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MASTER-style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48463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特征分组归一化：price / volume / volatility / market / style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stock projection + market projection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encoder 建模时间序列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gate 与 cross-attention 融合市场状态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输出每个股票在 T 日截面的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StockMixer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6634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更轻量，训练快，可作弹性候选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feature-group projector + channel/token mixer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recent weighted pooling 和多 patch 窗口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fast 版验证不如 MASTER，但适合候选切换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损失函数演进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89204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038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5221224"/>
            <a:ext cx="868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26080" y="489204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5038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Pairwise rank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5221224"/>
            <a:ext cx="868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66360" y="489204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5038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 listwise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5221224"/>
            <a:ext cx="868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489204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5038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Portfolio loss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89720" y="5221224"/>
            <a:ext cx="8686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46920" y="489204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56648" y="50383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Walk-forward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多方法验证：谁更稳，谁更冲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6583680" cy="2331720"/>
        </p:xfrm>
        <a:graphic>
          <a:graphicData uri="http://schemas.openxmlformats.org/drawingml/2006/table">
            <a:tbl>
              <a:tblPr/>
              <a:tblGrid>
                <a:gridCol w="1645920"/>
                <a:gridCol w="1508760"/>
                <a:gridCol w="960120"/>
                <a:gridCol w="960120"/>
                <a:gridCol w="105156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Std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Latest A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master_multiseed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top2_softmax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0.02450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0.04912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n/a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master_official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top2_softmax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0.02145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0.04913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0.04964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master_official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top1_weight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0.02130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0.06522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0.10669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master_official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confidence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0.01982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0.05221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0.06279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stockmixer_fast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top1_weight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0.01626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0.04426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0.05014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58952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master_multiseed top2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0012680" y="1545336"/>
            <a:ext cx="210312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12680" y="1545336"/>
            <a:ext cx="1981786" cy="1005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225528" y="149961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0.025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589520" y="1920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master_official top2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012680" y="1956816"/>
            <a:ext cx="210312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12680" y="1956816"/>
            <a:ext cx="1735074" cy="100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25528" y="19110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0.021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589520" y="2331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master_official top1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0012680" y="2368296"/>
            <a:ext cx="210312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12680" y="2368296"/>
            <a:ext cx="1722941" cy="1005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25528" y="23225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0.021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58952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confidence topk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0012680" y="2779776"/>
            <a:ext cx="210312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12680" y="2779776"/>
            <a:ext cx="1603225" cy="1005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225528" y="27340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0.020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58952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历史均值不等于线上安全：Top1 这次赢，但风险最高。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89520" y="4315968"/>
            <a:ext cx="3474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最佳当前解释：official MASTER 保留为生产主线；multi-seed + latest inference 是下一步最值得补齐的方向。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风险审查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 满仓：收益最大，但不是默认安全策略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2.13%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22960" y="1929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 mean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14600" y="1417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6.52%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514600" y="1929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 std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0" y="14173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37.36%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206240" y="1929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负收益日比例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80760" y="14173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-15.97%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080760" y="1929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最差单日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兜底策略建议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337560"/>
            <a:ext cx="57607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冲榜版：top1_weight，只在强信号或明确冒险时使用。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稳健默认：top2_softmax，历史均值接近 Top1、方差低很多。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折中版：confidence_topk，根据分数边际和不确定性动态降仓。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未来应加入 regime-aware concentration gate。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3246120"/>
          <a:ext cx="3474720" cy="1280160"/>
        </p:xfrm>
        <a:graphic>
          <a:graphicData uri="http://schemas.openxmlformats.org/drawingml/2006/table">
            <a:tbl>
              <a:tblPr/>
              <a:tblGrid>
                <a:gridCol w="1143000"/>
                <a:gridCol w="91440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Latest A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0.10669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冲榜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Confidence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0.06279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折中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0.04964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兜底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目标审查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训练目标对齐：方向正确，第一版实现失败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35331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目标函数应该更像组合收益最大化，而不是只看全局 RankIC。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 portfolio-return loss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3891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可微 softmax 权重 × 真实未来收益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理论上最贴近比赛目标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但当前实现对头部噪声非常敏感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240280"/>
          <a:ext cx="4754880" cy="1371600"/>
        </p:xfrm>
        <a:graphic>
          <a:graphicData uri="http://schemas.openxmlformats.org/drawingml/2006/table">
            <a:tbl>
              <a:tblPr/>
              <a:tblGrid>
                <a:gridCol w="1508760"/>
                <a:gridCol w="1143000"/>
                <a:gridCol w="914400"/>
                <a:gridCol w="9144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Latest A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official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0.02145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0.04964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portfolio-loss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0.00451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-0.00955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portfolio-loss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0.00271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-0.05155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68680" y="4709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00200" y="4636008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portfolio-return 作为实验方向，但下一版需要 capped labels、downside penalty、multi-seed 和 walk-forward loss-weight selection。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局限性：现在最需要代码审查的地方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38074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Date alignment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63240" y="138074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每个阶段必须断言 latest prediction date == configured 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20370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availability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63240" y="220370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hs300_index.csv 当前缺失，市场特征需明确 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02666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 risk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63240" y="302666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满仓单票高波动，需生产级 concentration gate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84962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 overfit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63240" y="384962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全验证集调参会乐观，必须 walk-forward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6177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67258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Objective noise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63240" y="467258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 portfolio loss 容易追噪声头部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55595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审查立场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57400" y="5532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先保护线上正确性，再追模型复杂度。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代码地图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代码审查地图：先看这些文件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698480" cy="3566160"/>
        </p:xfrm>
        <a:graphic>
          <a:graphicData uri="http://schemas.openxmlformats.org/drawingml/2006/table">
            <a:tbl>
              <a:tblPr/>
              <a:tblGrid>
                <a:gridCol w="1325880"/>
                <a:gridCol w="3840480"/>
                <a:gridCol w="51663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审查问题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src/training/dataset_builder.py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src/models/deep_sequence.py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 日无 label 推理是否始终正确？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src/models/master.py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src/models/stockmixer.py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目标函数和归一化是否与线上一致？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Portfolio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src/portfolio/construct.py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Top1 / Top2 / confidence 策略是否可控？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Validation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scripts/simulate_online_windows.py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scripts/validate_multiple_methods.py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是否足够防止参数过拟合？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349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会议决策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331720" y="532180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生产默认到底选 aggressive Top1，还是 top2/confidence fallback？需要明确策略档位。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未来推进方向：先稳住闭环，再提高上限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Immediate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30632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phase T 作为显式配置并强制校验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生产策略分 aggressive / fallback 两档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multi-seed MASTER latest inference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下一批实验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783080"/>
            <a:ext cx="3154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master_multiseed + top2/confidence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downside-penalized portfolio surrogate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regime-aware concentration 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1417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长期方向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1783080"/>
            <a:ext cx="31089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验证主题/动量特征在新阶段是否稳定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gains 经 walk-forward 稳定后再考虑 GNN/HIST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形成提交前自动 replay/validation checklist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983480"/>
            <a:ext cx="9966960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394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核心准则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03120" y="5330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每个新阶段：确认 T 日推理正确 → 多方法 walk-forward → 根据风险档位生成提交。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源码附录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代码审查优先级：按失败影响排序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27080" cy="406908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3200400"/>
                <a:gridCol w="4800600"/>
              </a:tblGrid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审查区域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源码文件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会议问题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Latest T-date inference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src/models/deep_sequence.py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scripts/train_master_baseline.py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result.csv 是否还可能来自最后一个有 label 验证日？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Portfolio risk gate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src/portfolio/construct.py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什么时候允许 Top1，什么时候 cap 或降级到 Top2/confidence？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Walk-forward validation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scripts/simulate_online_windows.py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scripts/validate_multiple_methods.py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参数是否只用 T 之前可见的信息选择？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Training objective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src/models/master.py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如何让 loss 对齐最终组合收益，同时不追极端噪声？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数据工程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src/training/dataset_builder.py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src/features/*.py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哪些列是 guaranteed、optional，哪些来自 cached artifact？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806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审查立场：先保护线上正确性；只有提交闭环可复现之后，再增加模型复杂度。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源码附录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源码：latest T-date inference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processed data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24912" y="1499616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label 训练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09744" y="1499616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46904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label 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94576" y="1499616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31736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latest scores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979408" y="1499616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16568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E0F2FE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result.csv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2148840"/>
            <a:ext cx="5212080" cy="297180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148840"/>
            <a:ext cx="521208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221992"/>
            <a:ext cx="4992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src/models/deep_sequence.py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2587752"/>
            <a:ext cx="499262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build_prediction_sequences(df, feature_cols, target_date, ...):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"""Build model input sequences ending at target_date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stocks without labels."""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target_rows = df[df["date"] == target_date]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stock_id in target_rows["stock_id"]: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 = df[(df.stock_id == stock_id) &amp; (df.date &lt;= target_date)]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sequences.append(hist[feature_cols].tail(seq_len))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6263640" y="2148840"/>
            <a:ext cx="5074920" cy="297180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148840"/>
            <a:ext cx="507492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2221992"/>
            <a:ext cx="4855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scripts/train_master_baseline.py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73368" y="2587752"/>
            <a:ext cx="485546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inference_date_value = cfg.get("inference_date")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inference_date = pd.to_datetime(inference_date_value) if inference_date_value else processed["date"].max()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infer_x, infer_meta = build_prediction_sequences(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processed,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feature_cols=feature_cols,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target_date=inference_date,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dataset.x_infer = infer_x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dataset.infer_meta = infer_meta</a:t>
            </a:r>
            <a:endParaRPr 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2880360" y="5715000"/>
            <a:ext cx="4892040" cy="310896"/>
          </a:xfrm>
          <a:prstGeom prst="roundRect">
            <a:avLst>
              <a:gd name="adj" fmla="val 235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53512" y="5769864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提交前必须断言 latest_pred.date == configured 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源码附录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源码：confidence-aware portfolio allocation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24912" y="1499616"/>
            <a:ext cx="109728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09744" y="1499616"/>
            <a:ext cx="109728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46904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margin/std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94576" y="1499616"/>
            <a:ext cx="109728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31736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concentration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979408" y="1499616"/>
            <a:ext cx="109728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16568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E0F2FE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2103120"/>
            <a:ext cx="5715000" cy="3246120"/>
          </a:xfrm>
          <a:prstGeom prst="roundRect">
            <a:avLst>
              <a:gd name="adj" fmla="val 1408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103120"/>
            <a:ext cx="571500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176272"/>
            <a:ext cx="5495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src/portfolio/construct.py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2542032"/>
            <a:ext cx="549554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strategy == "confidence_topk":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= df.head(max(1, min(top_k, len(df)))).copy()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top["score"].to_numpy(dtype=float)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 = top["score_std"].to_numpy(dtype=float) if "score_std" in top.columns else None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 = float(scores[0] - scores[1]) if len(scores) &gt; 1 else abs(float(scores[0]))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concentration = _confidence_concentration(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top_score=float(scores[0]),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margin=margin,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score_std=float(std[0]) if std is not None else 0.0,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6903720" y="2148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审查决策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2560320"/>
            <a:ext cx="39776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生产默认：top1、top2 还是 confidence？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multi-seed 的 score_std 是否限制单股权重？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是否需要内部 max single-stock cap？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result 是否保存 margin/std/fallback reason？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480060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6.52%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949440" y="53126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 std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32520" y="480060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4.91%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8732520" y="53126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Top2 std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源码附录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源码：walk-forward validation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前历史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24912" y="1499616"/>
            <a:ext cx="10972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选择参数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09744" y="1499616"/>
            <a:ext cx="10972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46904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构造组合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94576" y="1499616"/>
            <a:ext cx="10972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31736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T+1:T+5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979408" y="1499616"/>
            <a:ext cx="10972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16568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E0F2FE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 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2103120"/>
            <a:ext cx="5440680" cy="3063240"/>
          </a:xfrm>
          <a:prstGeom prst="roundRect">
            <a:avLst>
              <a:gd name="adj" fmla="val 1493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103120"/>
            <a:ext cx="544068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176272"/>
            <a:ext cx="5221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scripts/simulate_online_windows.py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2542032"/>
            <a:ext cx="522122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walk_forward_simulation(pred_df, strategies, *, lookback_days, ...):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current_date in evaluation_dates: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 = pred_df[pred_df["date"] &lt; current_date]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select_window = history.tail(lookback_days)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best_strategy = choose_strategy(select_window, strategies)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portfolio = construct_portfolio(pred_df[pred_df["date"] == current_date], strategy=best_strategy)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= evaluate_realized_return(portfolio, current_date)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6537960" y="2103120"/>
            <a:ext cx="4480560" cy="1965960"/>
          </a:xfrm>
          <a:prstGeom prst="roundRect">
            <a:avLst>
              <a:gd name="adj" fmla="val 2326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103120"/>
            <a:ext cx="4480560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2176272"/>
            <a:ext cx="4261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scripts/validate_multiple_methods.py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647688" y="2542032"/>
            <a:ext cx="426110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DEFAULT_STRATEGIES = [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"top1_weight",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"confidence_topk",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"top2_softmax",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"top3_softmax",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"proportional_positive_thr0.0",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65836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审查规则：任何参数都不能使用模拟提交日 T 之后的数据选择。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数据工程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数据工程：raw row 到 model row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18872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3258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OHLCV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24912" y="1453896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18872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3258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09744" y="1453896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46904" y="118872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3258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rolling features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94576" y="1453896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31736" y="118872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258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cross-section ranks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979408" y="1453896"/>
            <a:ext cx="109728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16568" y="118872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E0F2FE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3258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label/infer split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57400"/>
          <a:ext cx="10332720" cy="214884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  <a:gridCol w="43891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样例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审计点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stock_id/date/open/close/high/low/volume/amount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stock_id 必须保持 zero-padded text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Feature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ret_1, ret_5, volume_ratio_5, volatility, ranks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除显式 label 列外不能 future shift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Inference 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2026-04-24 rows 的未来 label 为空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features 只能到 T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Replay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阶段结束后计算 T+1 open 到 T+5 open return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720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只用于赛后评估</a:t>
                      </a:r>
                      <a:endParaRPr lang="en-US" sz="8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914400" y="4709160"/>
            <a:ext cx="9784080" cy="118872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" y="4709160"/>
            <a:ext cx="9784080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4128" y="4782312"/>
            <a:ext cx="9564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processed T rows 样例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024128" y="5148072"/>
            <a:ext cx="9564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stock_id,date,open,close,ret_1,ret_5,volume_ratio_5,label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000001,2026-04-24,1327.83,1330.25, 0.0000,-0.0009,-0.1692,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000002,2026-04-24, 510.28, 503.57,-0.0157,-0.0530, 0.0605,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000063,2026-04-24, 500.44, 497.84,-0.0128, 0.0297,-0.1778,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914400" y="614476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Caveat：theme/momentum 代码存在，不代表 cached processed artifact 已重建出这些列。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源码附录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源码：portfolio-return objective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6446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2026-05-07 · CSI300 比赛复盘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 scores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24912" y="1499616"/>
            <a:ext cx="109728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62072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09744" y="1499616"/>
            <a:ext cx="109728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46904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softmax weights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94576" y="1499616"/>
            <a:ext cx="109728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31736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F6F8FB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returns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979408" y="1499616"/>
            <a:ext cx="109728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16568" y="1234440"/>
            <a:ext cx="1920240" cy="530352"/>
          </a:xfrm>
          <a:prstGeom prst="roundRect">
            <a:avLst>
              <a:gd name="adj" fmla="val 8621"/>
            </a:avLst>
          </a:prstGeom>
          <a:solidFill>
            <a:srgbClr val="E0F2FE"/>
          </a:solidFill>
          <a:ln w="10160">
            <a:solidFill>
              <a:srgbClr val="7DD3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3716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negative loss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2103120"/>
            <a:ext cx="5212080" cy="25146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103120"/>
            <a:ext cx="5212080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176272"/>
            <a:ext cx="4992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src/models/master.py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2542032"/>
            <a:ext cx="499262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_portfolio_return_loss(pred, target, *, top_k, temperature):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 = min(top_k, pred.numel())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_, idx = torch.topk(pred, k=k)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selected_pred = pred[idx]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selected_target = target[idx]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weights = torch.softmax(selected_pred / temperature, dim=0)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portfolio_return = torch.sum(weights * selected_target)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-portfolio_return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6446520" y="21488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失败原因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2560320"/>
            <a:ext cx="42062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 label 噪声和极端值很强。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Softmax 容易对很小的 score gap 过度反应。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Direct loss 在 replay 中弱于 official MASTER。</a:t>
            </a:r>
            <a:endParaRPr lang="en-US" sz="1100" dirty="0"/>
          </a:p>
          <a:p>
            <a:r>
              <a:rPr lang="en-US" sz="11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下一版需要 capped labels、downside penalty、multi-seed smoothing 和 late-stage blending。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5669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这是实验方向，还不是生产替代方案。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PastoralBabyBoom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代码审查与模型复盘</dc:title>
  <dc:subject>CSI300 股票预测代码审查</dc:subject>
  <dc:creator>PastoralBabyBoom / Codex</dc:creator>
  <cp:lastModifiedBy>PastoralBabyBoom / Codex</cp:lastModifiedBy>
  <cp:revision>1</cp:revision>
  <dcterms:created xsi:type="dcterms:W3CDTF">2026-05-07T12:28:42Z</dcterms:created>
  <dcterms:modified xsi:type="dcterms:W3CDTF">2026-05-07T12:28:42Z</dcterms:modified>
</cp:coreProperties>
</file>