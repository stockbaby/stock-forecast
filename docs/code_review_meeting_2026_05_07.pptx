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914400"/>
            <a:ext cx="2834640" cy="0"/>
          </a:xfrm>
          <a:prstGeom prst="line">
            <a:avLst/>
          </a:prstGeom>
          <a:noFill/>
          <a:ln w="635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1430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CSI300 Stock Forecast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Review &amp; Model Review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78892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从数据形态、训练目标、组合策略到未来改进方向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544068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0.106689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49808" y="595274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A-stage replay after fixing latest inference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6190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T=2026-04-24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37560" y="54406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0.012834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337560" y="59527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Original public score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37560" y="6190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date-aligned replay gap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715000" y="544068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002493 · 1.0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715000" y="59527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 production result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715000" y="61904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aggressive Top1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21040" y="6080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PastoralBabyBoom · 2026-05-07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这次复盘的核心结论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我们不是在做全市场排序研究，而是在做 T 时点的收益最大化组合选择。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49808" y="2331720"/>
            <a:ext cx="64008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最大改进来自修复预测日期错位：训练用有 label，推理必须用无 label 的 T 日截面。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进攻版在 A-stage replay 命中，但单票满仓方差大，不能作为唯一长期策略。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 official 仍是当前最可靠的主模型；portfolio-return 直接 loss 初版过拟合。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下一阶段应围绕 latest inference、multi-seed、top2/confidence 兜底和稳健目标函数推进。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181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0.106689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818120" y="26151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replay score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555480" y="2103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6.52%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9555480" y="26151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validation std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818120" y="3931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301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7818120" y="444398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processed features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555480" y="393192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9555480" y="4443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stocks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SHAPE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17320"/>
          <a:ext cx="6126480" cy="150876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2194560"/>
              </a:tblGrid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Dataset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Rows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Columns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Coverage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raw stock_data.csv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723,269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stocks · 2,747 dates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processed master dataset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723,269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2015-01-05 → 2026-04-24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hs300 stock list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component universe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246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核心字段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3611880"/>
            <a:ext cx="53035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OHLCV: 开盘、收盘、最高、最低、成交量、成交额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派生收益: ret_1 / ret_3 / ret_5 / ret_20 等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截面特征: 每日 rank、z-score、行业相对强弱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主题特征: 短期动量、放量突破、接近新高、行业集体动量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CFEFF"/>
          </a:solidFill>
          <a:ln w="12700">
            <a:solidFill>
              <a:srgbClr val="A5F3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1812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 caveat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18120" y="2148840"/>
            <a:ext cx="27889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当前本地 data/raw/hs300_index.csv 缺失；市场指数特征应被视为可选或来自既有 processed artifact。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886200"/>
            <a:ext cx="2514600" cy="310896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54112" y="3941064"/>
            <a:ext cx="236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 label: T+1 open → T+5 open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680960" y="4389120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54112" y="4443984"/>
            <a:ext cx="2642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 T 日无 label，必须单独推理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从数据到提交：现在的闭环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data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888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2608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580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6636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7608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Sequences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4944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1636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scores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89720" y="192938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646920" y="160020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6648" y="1746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Portfolio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2743200"/>
            <a:ext cx="56692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训练阶段只使用有 label 样本，保持监督目标干净。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推理阶段对 T 日无 label 截面单独构造序列。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组合阶段不再默认 Top5 分散，而是显式比较 Top1 / Top2 / confidence。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walk-forward 模拟用于降低全验证集搜索带来的过拟合。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95160" y="2743200"/>
            <a:ext cx="425196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999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之前的关键 bug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69480" y="3474720"/>
            <a:ext cx="3611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submission 取了 valid_pred_df.max(date)=2026-04-20；真正线上需要 T=2026-04-24 无 label 截面。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480060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latest_inference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7315200" y="53126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after fixing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315200" y="5550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now record inference_date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模型方法：MASTER 是当前主线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MASTER-style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48463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特征分组归一化：price / volume / volatility / market / style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stock projection + market projection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Transformer encoder 建模时间序列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gate 与 cross-attention 融合市场状态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输出每个股票在 T 日截面的 score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StockMixer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1783080"/>
            <a:ext cx="46634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更轻量，训练快，可作弹性候选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feature-group projector + channel/token mixer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 weighted pooling 和多 patch 窗口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fast 版验证不如 MASTER，但适合候选切换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4297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损失函数演进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6888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92608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3580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Pairwise rank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6636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608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Top-K listwise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94944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F6F8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1636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Portfolio loss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189720" y="5221224"/>
            <a:ext cx="86868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46920" y="4892040"/>
            <a:ext cx="1691640" cy="658368"/>
          </a:xfrm>
          <a:prstGeom prst="roundRect">
            <a:avLst>
              <a:gd name="adj" fmla="val 8333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6648" y="50383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Walk-forward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多方法验证：谁更稳，谁更冲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6583680" cy="2331720"/>
        </p:xfrm>
        <a:graphic>
          <a:graphicData uri="http://schemas.openxmlformats.org/drawingml/2006/table">
            <a:tbl>
              <a:tblPr/>
              <a:tblGrid>
                <a:gridCol w="1645920"/>
                <a:gridCol w="1508760"/>
                <a:gridCol w="960120"/>
                <a:gridCol w="960120"/>
                <a:gridCol w="1051560"/>
              </a:tblGrid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Strategy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master_multiseed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top2_softmax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0.02450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0.04912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n/a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top2_softmax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0.02145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0.04913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0.04964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top1_weight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0.02130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0.06522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0.10669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master_official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confidence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0.01982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0.05221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0.06279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stockmixer_fast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top1_weight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0.01626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0.04426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0.05014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589520" y="15087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master_multiseed top2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0012680" y="154533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12680" y="1545336"/>
            <a:ext cx="1981786" cy="1005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225528" y="149961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0.025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589520" y="19202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master_official top2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0012680" y="195681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12680" y="1956816"/>
            <a:ext cx="1735074" cy="1005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225528" y="19110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0.021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589520" y="2331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master_official top1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0012680" y="236829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12680" y="2368296"/>
            <a:ext cx="1722941" cy="1005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25528" y="23225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0.021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7589520" y="2743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confidence topk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0012680" y="2779776"/>
            <a:ext cx="2103120" cy="10058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012680" y="2779776"/>
            <a:ext cx="1603225" cy="1005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225528" y="273405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0.020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7589520" y="3703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历史均值不等于线上安全：Top1 这次赢，但风险最高。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589520" y="4315968"/>
            <a:ext cx="3474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最佳当前解释：official MASTER 保留为生产主线；multi-seed + latest inference 是下一步最值得补齐的方向。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满仓：收益最大，但不是默认安全策略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2.13%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22960" y="19293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mean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514600" y="14173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6.52%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2514600" y="19293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std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0" y="14173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37.36%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4206240" y="1929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negative days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080760" y="14173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-15.97%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6080760" y="1929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worst day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2926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兜底策略建议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7607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冲榜版：top1_weight，只在强信号或明确冒险时使用。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稳健默认：top2_softmax，历史均值接近 Top1、方差低很多。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折中版：confidence_topk，根据分数边际和不确定性动态降仓。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未来应加入 regime-aware concentration gate。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3246120"/>
          <a:ext cx="3474720" cy="1280160"/>
        </p:xfrm>
        <a:graphic>
          <a:graphicData uri="http://schemas.openxmlformats.org/drawingml/2006/table">
            <a:tbl>
              <a:tblPr/>
              <a:tblGrid>
                <a:gridCol w="1143000"/>
                <a:gridCol w="914400"/>
                <a:gridCol w="11887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Policy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0.10669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aggressive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Confidence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0.06279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balanced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0.04964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fallback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OBJECTIVE 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训练目标对齐：方向正确，第一版实现失败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目标函数应该更像组合收益最大化，而不是只看全局 RankIC。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Direct portfolio-return loss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38912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可微 softmax 权重 × 真实未来收益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理论上最贴近比赛目标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但当前实现对头部噪声非常敏感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240280"/>
          <a:ext cx="4754880" cy="1371600"/>
        </p:xfrm>
        <a:graphic>
          <a:graphicData uri="http://schemas.openxmlformats.org/drawingml/2006/table">
            <a:tbl>
              <a:tblPr/>
              <a:tblGrid>
                <a:gridCol w="1508760"/>
                <a:gridCol w="1143000"/>
                <a:gridCol w="914400"/>
                <a:gridCol w="914400"/>
              </a:tblGrid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Strategy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official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0.02145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0.04964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portfolio-loss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0.00451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-0.00955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portfolio-loss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0.00271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-0.05155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68680" y="4709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600200" y="4636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portfolio-return 作为实验方向，但下一版需要 capped labels、downside penalty、multi-seed 和 walk-forward loss-weight selection。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LIMITATIONS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局限性：现在最需要 code review 的地方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32588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8074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Date alignment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63240" y="138074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每个阶段必须断言 latest prediction date == configured 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220370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 availability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063240" y="220370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hs300_index.csv 当前缺失，市场特征需明确 fallback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02666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risk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063240" y="302666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满仓单票高波动，需生产级 concentration gate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79476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84962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Validation overfit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063240" y="384962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全验证集调参会乐观，必须 walk-forward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6177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672584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Objective noise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63240" y="4672584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portfolio loss 容易追噪声头部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555955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stance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057400" y="55321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先保护线上正确性，再追模型复杂度。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REVIEW 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代码审查地图：先看这些文件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698480" cy="3566160"/>
        </p:xfrm>
        <a:graphic>
          <a:graphicData uri="http://schemas.openxmlformats.org/drawingml/2006/table">
            <a:tbl>
              <a:tblPr/>
              <a:tblGrid>
                <a:gridCol w="1325880"/>
                <a:gridCol w="3840480"/>
                <a:gridCol w="51663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Area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Files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Review question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src/training/dataset_builder.py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src/models/deep_sequence.py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 日无 label 推理是否始终正确？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src/models/master.py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src/models/stockmixer.py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目标函数和归一化是否与线上一致？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src/portfolio/construct.py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Top1 / Top2 / confidence 策略是否可控？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scripts/simulate_online_windows.py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scripts/validate_multiple_methods.py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是否足够防止参数过拟合？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3492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Meeting decision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2331720" y="532180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生产默认到底选 aggressive Top1，还是 top2/confidence fallback？需要明确策略档位。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未来推进方向：先稳住闭环，再提高上限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Immediate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30632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phase T 作为显式配置并强制校验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生产策略分 aggressive / fallback 两档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 multi-seed MASTER latest inference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417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experiments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177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master_multiseed + top2/confidence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downside-penalized portfolio surrogate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regime-aware concentration gate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417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Longer term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21040" y="1783080"/>
            <a:ext cx="310896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验证主题/动量特征在新阶段是否稳定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relation gains 经 walk-forward 稳定后再考虑 GNN/HIST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形成提交前自动 replay/validation checklist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4983480"/>
            <a:ext cx="996696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949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North star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03120" y="533095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每个新阶段：确认 T 日推理正确 → 多方法 walk-forward → 根据风险档位生成提交。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review priorities: inspect by failure impact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927080" cy="406908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3200400"/>
                <a:gridCol w="4800600"/>
              </a:tblGrid>
              <a:tr h="678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Priority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Area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Source files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Meeting question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Latest T-date inference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src/models/deep_sequence.py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scripts/train_master_baseline.py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Can result.csv ever be generated from the last labeled validation day again?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Portfolio risk gate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src/portfolio/construct.py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When should Top1 be allowed, capped, or downgraded to Top2/confidence?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Walk-forward validation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scripts/simulate_online_windows.py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scripts/validate_multiple_methods.py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Are parameters selected only from information available before T?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 objective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src/models/master.py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How do we align loss with final portfolio return without chasing noisy extremes?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 engineering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src/training/dataset_builder.py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src/features/*.py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Which columns are guaranteed, optional, or cached from previous processed artifacts?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8064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stance: protect online correctness first; increase modeling complexity only after the submission loop is reproducible.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 source: latest T-date inference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processed data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724912" y="149961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62072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labeled train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09744" y="149961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46904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unlabeled T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894576" y="149961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31736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latest scores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979408" y="149961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16568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016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result.csv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77240" y="2148840"/>
            <a:ext cx="5212080" cy="297180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2148840"/>
            <a:ext cx="521208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2221992"/>
            <a:ext cx="4992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src/models/deep_sequence.py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" y="2587752"/>
            <a:ext cx="499262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build_prediction_sequences(df, feature_cols, target_date, ...):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"""Build model input sequences ending at target_date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stocks without labels."""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target_rows = df[df["date"] == target_date]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stock_id in target_rows["stock_id"]: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hist = df[(df.stock_id == stock_id) &amp; (df.date &lt;= target_date)]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sequences.append(hist[feature_cols].tail(seq_len))</a:t>
            </a:r>
            <a:endParaRPr lang="en-US" sz="660" dirty="0"/>
          </a:p>
        </p:txBody>
      </p:sp>
      <p:sp>
        <p:nvSpPr>
          <p:cNvPr id="24" name="Shape 22"/>
          <p:cNvSpPr/>
          <p:nvPr/>
        </p:nvSpPr>
        <p:spPr>
          <a:xfrm>
            <a:off x="6263640" y="2148840"/>
            <a:ext cx="5074920" cy="297180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2148840"/>
            <a:ext cx="5074920" cy="31089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221992"/>
            <a:ext cx="4855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scripts/train_master_baseline.py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373368" y="2587752"/>
            <a:ext cx="485546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inference_date_value = cfg.get("inference_date")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inference_date = pd.to_datetime(inference_date_value) if inference_date_value else processed["date"].max()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infer_x, infer_meta = build_prediction_sequences(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processed,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feature_cols=feature_cols,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target_date=inference_date,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dataset.x_infer = infer_x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dataset.infer_meta = infer_meta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880360" y="5715000"/>
            <a:ext cx="4892040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53512" y="5769864"/>
            <a:ext cx="4745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Must assert latest_pred.date == configured T before submission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source: confidence-aware portfolio allocation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scores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724912" y="1499616"/>
            <a:ext cx="109728" cy="0"/>
          </a:xfrm>
          <a:prstGeom prst="line">
            <a:avLst/>
          </a:prstGeom>
          <a:noFill/>
          <a:ln w="1270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62072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09744" y="1499616"/>
            <a:ext cx="109728" cy="0"/>
          </a:xfrm>
          <a:prstGeom prst="line">
            <a:avLst/>
          </a:prstGeom>
          <a:noFill/>
          <a:ln w="1270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46904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margin/std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894576" y="1499616"/>
            <a:ext cx="109728" cy="0"/>
          </a:xfrm>
          <a:prstGeom prst="line">
            <a:avLst/>
          </a:prstGeom>
          <a:noFill/>
          <a:ln w="1270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31736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concentration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979408" y="1499616"/>
            <a:ext cx="109728" cy="0"/>
          </a:xfrm>
          <a:prstGeom prst="line">
            <a:avLst/>
          </a:prstGeom>
          <a:noFill/>
          <a:ln w="1270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16568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016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77240" y="2103120"/>
            <a:ext cx="5715000" cy="3246120"/>
          </a:xfrm>
          <a:prstGeom prst="roundRect">
            <a:avLst>
              <a:gd name="adj" fmla="val 1408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2103120"/>
            <a:ext cx="5715000" cy="31089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2176272"/>
            <a:ext cx="5495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src/portfolio/construct.py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" y="2542032"/>
            <a:ext cx="549554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strategy == "confidence_topk":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 = df.head(max(1, min(top_k, len(df)))).copy()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scores = top["score"].to_numpy(dtype=float)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std = top["score_std"].to_numpy(dtype=float) if "score_std" in top.columns else None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margin = float(scores[0] - scores[1]) if len(scores) &gt; 1 else abs(float(scores[0]))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concentration = _confidence_concentration(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top_score=float(scores[0]),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margin=margin,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score_std=float(std[0]) if std is not None else 0.0,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6903720" y="2148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 decisions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2560320"/>
            <a:ext cx="39776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Production default: top1, top2, or confidence?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Should multi-seed score_std cap single-stock weight?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 we need our own max single-stock cap?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Should each result save margin/std/fallback reason?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49440" y="480060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6.52%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6949440" y="531266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Top1 std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732520" y="480060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4.91%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8732520" y="531266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Top2 std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source: walk-forward validation loop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history before T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724912" y="1499616"/>
            <a:ext cx="109728" cy="0"/>
          </a:xfrm>
          <a:prstGeom prst="line">
            <a:avLst/>
          </a:prstGeom>
          <a:noFill/>
          <a:ln w="1270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62072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 params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09744" y="1499616"/>
            <a:ext cx="109728" cy="0"/>
          </a:xfrm>
          <a:prstGeom prst="line">
            <a:avLst/>
          </a:prstGeom>
          <a:noFill/>
          <a:ln w="1270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46904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 portfolio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894576" y="1499616"/>
            <a:ext cx="109728" cy="0"/>
          </a:xfrm>
          <a:prstGeom prst="line">
            <a:avLst/>
          </a:prstGeom>
          <a:noFill/>
          <a:ln w="1270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31736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score T+1:T+5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979408" y="1499616"/>
            <a:ext cx="109728" cy="0"/>
          </a:xfrm>
          <a:prstGeom prst="line">
            <a:avLst/>
          </a:prstGeom>
          <a:noFill/>
          <a:ln w="1270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16568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016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advance T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77240" y="2103120"/>
            <a:ext cx="5440680" cy="3063240"/>
          </a:xfrm>
          <a:prstGeom prst="roundRect">
            <a:avLst>
              <a:gd name="adj" fmla="val 1493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2103120"/>
            <a:ext cx="5440680" cy="3108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2176272"/>
            <a:ext cx="52212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scripts/simulate_online_windows.py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" y="2542032"/>
            <a:ext cx="5221224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walk_forward_simulation(pred_df, strategies, *, lookback_days, ...):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current_date in evaluation_dates: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history = pred_df[pred_df["date"] &lt; current_date]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select_window = history.tail(lookback_days)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best_strategy = choose_strategy(select_window, strategies)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portfolio = construct_portfolio(pred_df[pred_df["date"] == current_date], strategy=best_strategy)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score = evaluate_realized_return(portfolio, current_date)</a:t>
            </a:r>
            <a:endParaRPr lang="en-US" sz="660" dirty="0"/>
          </a:p>
        </p:txBody>
      </p:sp>
      <p:sp>
        <p:nvSpPr>
          <p:cNvPr id="24" name="Shape 22"/>
          <p:cNvSpPr/>
          <p:nvPr/>
        </p:nvSpPr>
        <p:spPr>
          <a:xfrm>
            <a:off x="6537960" y="2103120"/>
            <a:ext cx="4480560" cy="1965960"/>
          </a:xfrm>
          <a:prstGeom prst="roundRect">
            <a:avLst>
              <a:gd name="adj" fmla="val 2326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37960" y="2103120"/>
            <a:ext cx="4480560" cy="31089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2176272"/>
            <a:ext cx="42611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scripts/validate_multiple_methods.py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647688" y="2542032"/>
            <a:ext cx="42611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DEFAULT_STRATEGIES = [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"top1_weight",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"confidence_topk",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"top2_softmax",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"top3_softmax",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"proportional_positive_thr0.0",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6583680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 rule: no parameter can be chosen using data after the simulated submission date 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ENGINEERING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data engineering: raw row to model row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18872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32588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OHLCV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724912" y="145389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62072" y="118872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32588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normalize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09744" y="145389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46904" y="118872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32588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rolling features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894576" y="145389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31736" y="118872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2588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cross-section ranks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979408" y="1453896"/>
            <a:ext cx="109728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16568" y="118872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016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32588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label/infer split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332720" cy="214884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  <a:gridCol w="43891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Stage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Example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Audit check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Raw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stock_id/date/open/close/high/low/volume/amount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stock_id must remain zero-padded text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Feature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ret_1, ret_5, volume_ratio_5, volatility, ranks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 future shift except explicit label columns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Inference 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2026-04-24 rows have blank future label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features up to T only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Replay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T+1 open to T+5 open return after phase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720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used only for post-submit evaluation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914400" y="4709160"/>
            <a:ext cx="9784080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4400" y="4709160"/>
            <a:ext cx="978408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4128" y="4782312"/>
            <a:ext cx="9564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sample processed T rows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1024128" y="5148072"/>
            <a:ext cx="9564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stock_id,date,open,close,ret_1,ret_5,volume_ratio_5,label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000001,2026-04-24,1327.83,1330.25, 0.0000,-0.0009,-0.1692,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000002,2026-04-24, 510.28, 503.57,-0.0157,-0.0530, 0.0605,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000063,2026-04-24, 500.44, 497.84,-0.0128, 0.0297,-0.1778,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914400" y="6144768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Caveat: theme/momentum code can exist while the cached processed artifact still needs a rebuild before those columns appear.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source: portfolio-return objective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1556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6446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2026-05-07 · CSI300 Competition Review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 scores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724912" y="1499616"/>
            <a:ext cx="109728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62072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top-K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09744" y="1499616"/>
            <a:ext cx="109728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46904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softmax weights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894576" y="1499616"/>
            <a:ext cx="109728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031736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F6F8FB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future returns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979408" y="1499616"/>
            <a:ext cx="109728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16568" y="1234440"/>
            <a:ext cx="192024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0160">
            <a:solidFill>
              <a:srgbClr val="7DD3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371600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negative loss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77240" y="2103120"/>
            <a:ext cx="5212080" cy="251460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016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2103120"/>
            <a:ext cx="5212080" cy="31089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2176272"/>
            <a:ext cx="4992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src/models/master.py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" y="2542032"/>
            <a:ext cx="4992624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_portfolio_return_loss(pred, target, *, top_k, temperature):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 = min(top_k, pred.numel())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_, idx = torch.topk(pred, k=k)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selected_pred = pred[idx]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selected_target = target[idx]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weights = torch.softmax(selected_pred / temperature, dim=0)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portfolio_return = torch.sum(weights * selected_target)</a:t>
            </a:r>
            <a:endParaRPr lang="en-US" sz="660" dirty="0"/>
          </a:p>
          <a:p>
            <a:pPr indent="0" marL="0">
              <a:buNone/>
            </a:pPr>
            <a:r>
              <a:rPr lang="en-US" sz="66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-portfolio_return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6446520" y="21488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v1 failed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2560320"/>
            <a:ext cx="42062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labels are noisy and extreme.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Softmax can overreact to small score gaps.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Direct loss underperformed official MASTER in replay.</a:t>
            </a:r>
            <a:endParaRPr lang="en-US" sz="1100" dirty="0"/>
          </a:p>
          <a:p>
            <a:r>
              <a:rPr lang="en-US" sz="1100" dirty="0">
                <a:solidFill>
                  <a:srgbClr val="1720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version should add capped labels, downside penalty, multi-seed smoothing, and late-stage blending.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51760" y="56692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This is an experiment track, not a production replacement yet.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PastoralBabyBoom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Review and Model Review</dc:title>
  <dc:subject>CSI300 stock forecast code review</dc:subject>
  <dc:creator>PastoralBabyBoom / Codex</dc:creator>
  <cp:lastModifiedBy>PastoralBabyBoom / Codex</cp:lastModifiedBy>
  <cp:revision>1</cp:revision>
  <dcterms:created xsi:type="dcterms:W3CDTF">2026-05-07T12:16:41Z</dcterms:created>
  <dcterms:modified xsi:type="dcterms:W3CDTF">2026-05-07T12:16:41Z</dcterms:modified>
</cp:coreProperties>
</file>